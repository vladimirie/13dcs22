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99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6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75000"/>
              </a:schemeClr>
            </a:gs>
            <a:gs pos="57000">
              <a:schemeClr val="tx2">
                <a:lumMod val="40000"/>
                <a:lumOff val="6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DF493-4CF5-4A22-827F-1C923247A7D0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1C791-E334-422C-BEF6-24E54E2B6A70}" type="slidenum">
              <a:rPr lang="hu-HU" smtClean="0"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5997"/>
            </a:gs>
            <a:gs pos="57000">
              <a:schemeClr val="tx2">
                <a:lumMod val="60000"/>
                <a:lumOff val="4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 smtClean="0"/>
              <a:t>Top 5 reasons why I loathe Windows 11</a:t>
            </a:r>
            <a:endParaRPr lang="hu-H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 smtClean="0"/>
              <a:t>And why you should too!</a:t>
            </a:r>
            <a:endParaRPr lang="hu-H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5997"/>
            </a:gs>
            <a:gs pos="57000">
              <a:schemeClr val="tx2">
                <a:lumMod val="60000"/>
                <a:lumOff val="4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/>
              <a:t>5</a:t>
            </a:r>
            <a:r>
              <a:rPr lang="en-US" dirty="0" smtClean="0"/>
              <a:t>.  All programs are web-based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None/>
            </a:pPr>
            <a:r>
              <a:rPr lang="en-US" dirty="0" smtClean="0"/>
              <a:t>Programs like: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Windows Explorer (File explorer)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Task Manager</a:t>
            </a:r>
          </a:p>
          <a:p>
            <a:pPr>
              <a:buNone/>
            </a:pPr>
            <a:r>
              <a:rPr lang="en-US" dirty="0" smtClean="0"/>
              <a:t>Are all web-based, and not native programs. That’s why they don’t open faster than all prior Windows Operating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5997"/>
            </a:gs>
            <a:gs pos="57000">
              <a:schemeClr val="tx2">
                <a:lumMod val="60000"/>
                <a:lumOff val="4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 smtClean="0"/>
              <a:t>4. Forced Microsoft accounts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None/>
            </a:pPr>
            <a:r>
              <a:rPr lang="en-US" dirty="0" smtClean="0"/>
              <a:t>Microsoft has decided to ditch local accounts for “better” account control.</a:t>
            </a:r>
            <a:endParaRPr lang="hu-H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5997"/>
            </a:gs>
            <a:gs pos="57000">
              <a:schemeClr val="tx2">
                <a:lumMod val="60000"/>
                <a:lumOff val="4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 smtClean="0"/>
              <a:t>3. More bloat!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None/>
            </a:pPr>
            <a:r>
              <a:rPr lang="en-US" dirty="0" smtClean="0"/>
              <a:t>Windows 11 has even more bloat than Windows 10. That is one of the reasons why your PC takes half an hour to open a browser, even with 32 GB RAM!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5997"/>
            </a:gs>
            <a:gs pos="57000">
              <a:schemeClr val="tx2">
                <a:lumMod val="60000"/>
                <a:lumOff val="4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 smtClean="0"/>
              <a:t>2. “Modernized” legacy programs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>
              <a:buNone/>
            </a:pPr>
            <a:r>
              <a:rPr lang="en-US" dirty="0" smtClean="0"/>
              <a:t>Windows 11 has “modernized” some all-time favorite programs like</a:t>
            </a:r>
            <a:r>
              <a:rPr lang="en-US" dirty="0"/>
              <a:t> </a:t>
            </a:r>
            <a:r>
              <a:rPr lang="en-US" dirty="0" smtClean="0"/>
              <a:t>Microsoft Paint and Notepad.</a:t>
            </a:r>
          </a:p>
          <a:p>
            <a:pPr marL="0">
              <a:buNone/>
            </a:pPr>
            <a:r>
              <a:rPr lang="en-US" dirty="0" smtClean="0"/>
              <a:t>They have ugly tabs now. Which explains why most programs are web-based.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5997"/>
            </a:gs>
            <a:gs pos="57000">
              <a:schemeClr val="tx2">
                <a:lumMod val="60000"/>
                <a:lumOff val="4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/>
              <a:t>1</a:t>
            </a:r>
            <a:r>
              <a:rPr lang="en-US" dirty="0" smtClean="0"/>
              <a:t>. Ugly UI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None/>
            </a:pPr>
            <a:r>
              <a:rPr lang="en-US" dirty="0" smtClean="0"/>
              <a:t>It has one of the worst designs I have ever seen! No color fades, no details, no soul and ugly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5997"/>
            </a:gs>
            <a:gs pos="57000">
              <a:schemeClr val="tx2">
                <a:lumMod val="60000"/>
                <a:lumOff val="40000"/>
              </a:schemeClr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64604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 smtClean="0"/>
              <a:t>Thanks for listening! :3</a:t>
            </a:r>
            <a:endParaRPr lang="hu-H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90's Gam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</TotalTime>
  <Words>153</Words>
  <Application>Microsoft Office PowerPoint</Application>
  <PresentationFormat>On-screen Show (4:3)</PresentationFormat>
  <Paragraphs>17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Top 5 reasons why I loathe Windows 11</vt:lpstr>
      <vt:lpstr>5.  All programs are web-based</vt:lpstr>
      <vt:lpstr>4. Forced Microsoft accounts</vt:lpstr>
      <vt:lpstr>3. More bloat!</vt:lpstr>
      <vt:lpstr>2. “Modernized” legacy programs</vt:lpstr>
      <vt:lpstr>1. Ugly UI</vt:lpstr>
      <vt:lpstr>Thanks for listening! :3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10 reasons why I loathe Windows 11</dc:title>
  <dc:creator>Sound Crafter</dc:creator>
  <cp:lastModifiedBy>Sound Crafter</cp:lastModifiedBy>
  <cp:revision>3</cp:revision>
  <dcterms:created xsi:type="dcterms:W3CDTF">2026-03-05T11:13:06Z</dcterms:created>
  <dcterms:modified xsi:type="dcterms:W3CDTF">2026-03-05T11:42:16Z</dcterms:modified>
</cp:coreProperties>
</file>