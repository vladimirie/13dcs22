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B2A62-5D5B-40FD-A574-BFE5DD367BE5}" type="datetimeFigureOut">
              <a:rPr lang="hu-HU" smtClean="0"/>
              <a:pPr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FB246-903F-4E0C-B369-33CA455F630D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Szoftverfejlesztő- és tesztelő </a:t>
            </a:r>
            <a:r>
              <a:rPr lang="hu-HU" dirty="0" err="1" smtClean="0"/>
              <a:t>vizsgaremek</a:t>
            </a:r>
            <a:r>
              <a:rPr lang="hu-HU" smtClean="0"/>
              <a:t/>
            </a:r>
            <a:br>
              <a:rPr lang="hu-HU" smtClean="0"/>
            </a:br>
            <a:r>
              <a:rPr lang="hu-HU" smtClean="0"/>
              <a:t>2026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smtClean="0"/>
              <a:t>Fuglovics Konor, Uivárosi Katona Gábriel, Kiss-Fodor Zsombor, Szöllősy Marcell</a:t>
            </a:r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Uivárosi Katona Gábriel: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Nekem az adatbázist kellet létrehoznom, a csapatársam által összegyűjtött adatokból.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Szöllősy Marcell: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mtClean="0"/>
              <a:t>Nekem az adatokat kellet összegyűjtenem.</a:t>
            </a:r>
          </a:p>
          <a:p>
            <a:r>
              <a:rPr lang="hu-HU" smtClean="0"/>
              <a:t>Az adatokat egy szöveges fájlban gyűjtöttem össze, elrendezve.</a:t>
            </a:r>
            <a:endParaRPr lang="hu-H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Fuglovics Konor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Az én feladatom a prezentáció elkészítése volt a projekthez, és back endben megcsinálni az ár rendszert.</a:t>
            </a:r>
            <a:endParaRPr lang="hu-H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Kiss- Fodor Zsombor: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Én csináltam meg a frontendet.</a:t>
            </a:r>
          </a:p>
          <a:p>
            <a:r>
              <a:rPr lang="hu-HU" dirty="0" smtClean="0"/>
              <a:t>Használtam </a:t>
            </a:r>
            <a:r>
              <a:rPr lang="hu-HU" dirty="0" err="1" smtClean="0"/>
              <a:t>Bootstrap-et</a:t>
            </a:r>
            <a:r>
              <a:rPr lang="hu-HU" dirty="0" smtClean="0"/>
              <a:t>, hogy </a:t>
            </a:r>
            <a:r>
              <a:rPr lang="hu-HU" dirty="0" err="1" smtClean="0"/>
              <a:t>reszponzív</a:t>
            </a:r>
            <a:r>
              <a:rPr lang="hu-HU" dirty="0" smtClean="0"/>
              <a:t> legyen </a:t>
            </a:r>
            <a:r>
              <a:rPr lang="hu-HU" smtClean="0"/>
              <a:t>a weboldal.</a:t>
            </a:r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Prezentáció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mtClean="0"/>
              <a:t>Bemutatjuk a Release the Mags nevű webshopot.</a:t>
            </a:r>
          </a:p>
          <a:p>
            <a:r>
              <a:rPr lang="hu-HU" smtClean="0"/>
              <a:t>Egy weboldal, ahol fegyvereket, katonai felszereléseket, járműveket és kellékeket lehet vásárolni.</a:t>
            </a:r>
          </a:p>
          <a:p>
            <a:r>
              <a:rPr lang="hu-HU" b="1" smtClean="0">
                <a:solidFill>
                  <a:srgbClr val="C00000"/>
                </a:solidFill>
              </a:rPr>
              <a:t>Fegyvereket csak fegyvertartási engedéllyel lehet vásárolni és ha 18 éves elmúlt!</a:t>
            </a:r>
            <a:endParaRPr lang="hu-HU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Az oldal tuajdonságai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err="1" smtClean="0"/>
              <a:t>Nem</a:t>
            </a:r>
            <a:r>
              <a:rPr lang="en-US" dirty="0" smtClean="0"/>
              <a:t> </a:t>
            </a:r>
            <a:r>
              <a:rPr lang="en-US" dirty="0" err="1" smtClean="0"/>
              <a:t>kell</a:t>
            </a:r>
            <a:r>
              <a:rPr lang="en-US" dirty="0" smtClean="0"/>
              <a:t> </a:t>
            </a:r>
            <a:r>
              <a:rPr lang="en-US" dirty="0" err="1" smtClean="0"/>
              <a:t>regisztrálni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Gyors</a:t>
            </a:r>
            <a:r>
              <a:rPr lang="en-US" dirty="0" smtClean="0"/>
              <a:t> </a:t>
            </a:r>
            <a:r>
              <a:rPr lang="en-US" dirty="0" err="1" smtClean="0"/>
              <a:t>fizetés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Nagy </a:t>
            </a:r>
            <a:r>
              <a:rPr lang="en-US" dirty="0" err="1" smtClean="0"/>
              <a:t>választék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err="1" smtClean="0"/>
              <a:t>kibaszott</a:t>
            </a:r>
            <a:r>
              <a:rPr lang="en-US" dirty="0" smtClean="0"/>
              <a:t> </a:t>
            </a:r>
            <a:r>
              <a:rPr lang="en-US" smtClean="0"/>
              <a:t>szar</a:t>
            </a:r>
            <a:endParaRPr lang="hu-H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Használt</a:t>
            </a:r>
            <a:r>
              <a:rPr lang="en-US" sz="3600" dirty="0" smtClean="0"/>
              <a:t> </a:t>
            </a:r>
            <a:r>
              <a:rPr lang="en-US" sz="3600" dirty="0" err="1" smtClean="0"/>
              <a:t>alkalmazások</a:t>
            </a:r>
            <a:r>
              <a:rPr lang="en-US" sz="3600" dirty="0" smtClean="0"/>
              <a:t>/</a:t>
            </a:r>
            <a:r>
              <a:rPr lang="en-US" sz="3600" dirty="0" err="1" smtClean="0"/>
              <a:t>programnyelvek</a:t>
            </a:r>
            <a:endParaRPr lang="hu-H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HTML, CSS, JavaScript – </a:t>
            </a:r>
            <a:r>
              <a:rPr lang="en-US" dirty="0" err="1" smtClean="0"/>
              <a:t>Weboldal</a:t>
            </a:r>
            <a:r>
              <a:rPr lang="en-US" dirty="0" smtClean="0"/>
              <a:t> </a:t>
            </a:r>
            <a:r>
              <a:rPr lang="en-US" dirty="0" err="1" smtClean="0"/>
              <a:t>elkészítése</a:t>
            </a:r>
            <a:endParaRPr lang="en-US" dirty="0" smtClean="0"/>
          </a:p>
          <a:p>
            <a:r>
              <a:rPr lang="en-US" dirty="0" smtClean="0"/>
              <a:t>PHP, Apache – </a:t>
            </a:r>
            <a:r>
              <a:rPr lang="en-US" dirty="0" err="1" smtClean="0"/>
              <a:t>Adatbázis</a:t>
            </a:r>
            <a:r>
              <a:rPr lang="en-US" dirty="0" smtClean="0"/>
              <a:t> </a:t>
            </a:r>
            <a:r>
              <a:rPr lang="en-US" dirty="0" err="1" smtClean="0"/>
              <a:t>létrehozása</a:t>
            </a:r>
            <a:r>
              <a:rPr lang="en-US" dirty="0" smtClean="0"/>
              <a:t>, </a:t>
            </a:r>
            <a:r>
              <a:rPr lang="en-US" dirty="0" err="1" smtClean="0"/>
              <a:t>valamint</a:t>
            </a:r>
            <a:r>
              <a:rPr lang="en-US" dirty="0" smtClean="0"/>
              <a:t> a </a:t>
            </a:r>
            <a:r>
              <a:rPr lang="en-US" dirty="0" err="1" smtClean="0"/>
              <a:t>kigyűjtött</a:t>
            </a:r>
            <a:r>
              <a:rPr lang="en-US" dirty="0" smtClean="0"/>
              <a:t> </a:t>
            </a:r>
            <a:r>
              <a:rPr lang="en-US" dirty="0" err="1" smtClean="0"/>
              <a:t>adatok</a:t>
            </a:r>
            <a:r>
              <a:rPr lang="en-US" dirty="0" smtClean="0"/>
              <a:t> </a:t>
            </a:r>
            <a:r>
              <a:rPr lang="en-US" dirty="0" err="1" smtClean="0"/>
              <a:t>eltárolása</a:t>
            </a:r>
            <a:endParaRPr lang="en-US" dirty="0" smtClean="0"/>
          </a:p>
          <a:p>
            <a:r>
              <a:rPr lang="en-US" dirty="0" smtClean="0"/>
              <a:t>Bootstrap – </a:t>
            </a:r>
            <a:r>
              <a:rPr lang="en-US" dirty="0" err="1" smtClean="0"/>
              <a:t>Weboldal</a:t>
            </a:r>
            <a:r>
              <a:rPr lang="en-US" dirty="0" smtClean="0"/>
              <a:t> </a:t>
            </a:r>
            <a:r>
              <a:rPr lang="en-US" dirty="0" err="1" smtClean="0"/>
              <a:t>dizájn</a:t>
            </a:r>
            <a:endParaRPr lang="en-US" dirty="0" smtClean="0"/>
          </a:p>
          <a:p>
            <a:endParaRPr lang="hu-H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E0E4EC"/>
      </a:dk1>
      <a:lt1>
        <a:sysClr val="window" lastClr="191919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164</Words>
  <Application>Microsoft Office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Szoftverfejlesztő- és tesztelő vizsgaremek 2026</vt:lpstr>
      <vt:lpstr>Uivárosi Katona Gábriel:</vt:lpstr>
      <vt:lpstr>Szöllősy Marcell:</vt:lpstr>
      <vt:lpstr>Fuglovics Konor</vt:lpstr>
      <vt:lpstr>Kiss- Fodor Zsombor:</vt:lpstr>
      <vt:lpstr>Prezentáció</vt:lpstr>
      <vt:lpstr>Az oldal tuajdonságai</vt:lpstr>
      <vt:lpstr>Használt alkalmazások/programnyelvek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Szoftverfejlesztő- és tesztelő vizsgaremek 2026</dc:title>
  <dc:creator>Sound Crafter</dc:creator>
  <cp:lastModifiedBy>Sound Crafter</cp:lastModifiedBy>
  <cp:revision>15</cp:revision>
  <dcterms:created xsi:type="dcterms:W3CDTF">2026-03-25T10:14:55Z</dcterms:created>
  <dcterms:modified xsi:type="dcterms:W3CDTF">2026-04-11T07:59:45Z</dcterms:modified>
</cp:coreProperties>
</file>