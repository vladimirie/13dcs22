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6" d="100"/>
          <a:sy n="106" d="100"/>
        </p:scale>
        <p:origin x="-1668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hu-H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u-H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u-H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u-H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u-H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u-H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u-H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u-H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u-H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hu-H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u-H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B2A62-5D5B-40FD-A574-BFE5DD367BE5}" type="datetimeFigureOut">
              <a:rPr lang="hu-HU" smtClean="0"/>
              <a:pPr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smtClean="0"/>
              <a:t>Szoftverfejlesztő</a:t>
            </a:r>
            <a:r>
              <a:rPr lang="hu-HU" smtClean="0"/>
              <a:t>- és tesztelő </a:t>
            </a:r>
            <a:r>
              <a:rPr lang="hu-HU" smtClean="0"/>
              <a:t>vizsgaremek</a:t>
            </a:r>
            <a:r>
              <a:rPr lang="hu-HU" smtClean="0"/>
              <a:t/>
            </a:r>
            <a:br>
              <a:rPr lang="hu-HU" smtClean="0"/>
            </a:br>
            <a:r>
              <a:rPr lang="hu-HU" smtClean="0"/>
              <a:t>2026</a:t>
            </a:r>
            <a:endParaRPr lang="hu-H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smtClean="0"/>
              <a:t>Fuglovics</a:t>
            </a:r>
            <a:r>
              <a:rPr lang="hu-HU" smtClean="0"/>
              <a:t> </a:t>
            </a:r>
            <a:r>
              <a:rPr lang="hu-HU" smtClean="0"/>
              <a:t>Konor</a:t>
            </a:r>
            <a:r>
              <a:rPr lang="hu-HU" smtClean="0"/>
              <a:t>, Uivárosi Katona </a:t>
            </a:r>
            <a:r>
              <a:rPr lang="hu-HU" smtClean="0"/>
              <a:t>Gábriel</a:t>
            </a:r>
            <a:r>
              <a:rPr lang="hu-HU" smtClean="0"/>
              <a:t>, Kiss-Fodor </a:t>
            </a:r>
            <a:r>
              <a:rPr lang="hu-HU" smtClean="0"/>
              <a:t>Zsombor</a:t>
            </a:r>
            <a:r>
              <a:rPr lang="hu-HU" smtClean="0"/>
              <a:t>, Szöllősy </a:t>
            </a:r>
            <a:r>
              <a:rPr lang="hu-HU" smtClean="0"/>
              <a:t>Marcell</a:t>
            </a:r>
            <a:endParaRPr lang="hu-H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Uivárosi</a:t>
            </a:r>
            <a:r>
              <a:rPr lang="hu-HU" smtClean="0"/>
              <a:t> Katona </a:t>
            </a:r>
            <a:r>
              <a:rPr lang="hu-HU" smtClean="0"/>
              <a:t>Gábriel</a:t>
            </a:r>
            <a:r>
              <a:rPr lang="hu-HU" smtClean="0"/>
              <a:t>:</a:t>
            </a:r>
            <a:endParaRPr lang="hu-H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Szöllősy</a:t>
            </a:r>
            <a:r>
              <a:rPr lang="hu-HU" smtClean="0"/>
              <a:t> </a:t>
            </a:r>
            <a:r>
              <a:rPr lang="hu-HU" smtClean="0"/>
              <a:t>Marcell</a:t>
            </a:r>
            <a:r>
              <a:rPr lang="hu-HU" smtClean="0"/>
              <a:t>:</a:t>
            </a:r>
            <a:endParaRPr lang="hu-H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Fuglovics</a:t>
            </a:r>
            <a:r>
              <a:rPr lang="hu-HU" smtClean="0"/>
              <a:t> </a:t>
            </a:r>
            <a:r>
              <a:rPr lang="hu-HU" smtClean="0"/>
              <a:t>Konor</a:t>
            </a:r>
            <a:endParaRPr lang="hu-H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mtClean="0"/>
              <a:t>Én</a:t>
            </a:r>
            <a:r>
              <a:rPr lang="hu-HU" smtClean="0"/>
              <a:t> csináltam a prezentációt a </a:t>
            </a:r>
            <a:r>
              <a:rPr lang="hu-HU" smtClean="0"/>
              <a:t>projekthez</a:t>
            </a:r>
            <a:r>
              <a:rPr lang="hu-HU" smtClean="0"/>
              <a:t>, és segítettem a </a:t>
            </a:r>
            <a:r>
              <a:rPr lang="hu-HU" smtClean="0"/>
              <a:t>backendben</a:t>
            </a:r>
            <a:r>
              <a:rPr lang="hu-HU" smtClean="0"/>
              <a:t>.</a:t>
            </a:r>
            <a:endParaRPr lang="hu-H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Kiss-Fodor Zsombor:</a:t>
            </a:r>
            <a:endParaRPr lang="hu-H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mtClean="0"/>
              <a:t>Bemutatjuk</a:t>
            </a:r>
            <a:r>
              <a:rPr lang="hu-HU" smtClean="0"/>
              <a:t> a Release the Mags nevű </a:t>
            </a:r>
            <a:r>
              <a:rPr lang="hu-HU" smtClean="0"/>
              <a:t>webshopot.</a:t>
            </a:r>
            <a:endParaRPr lang="hu-HU" smtClean="0"/>
          </a:p>
          <a:p>
            <a:r>
              <a:rPr lang="hu-HU" smtClean="0"/>
              <a:t>Egy </a:t>
            </a:r>
            <a:r>
              <a:rPr lang="hu-HU" smtClean="0"/>
              <a:t>weboldal</a:t>
            </a:r>
            <a:r>
              <a:rPr lang="hu-HU" smtClean="0"/>
              <a:t>, ahol </a:t>
            </a:r>
            <a:r>
              <a:rPr lang="hu-HU" smtClean="0"/>
              <a:t>fegyvereket</a:t>
            </a:r>
            <a:r>
              <a:rPr lang="hu-HU" smtClean="0"/>
              <a:t>, katonai </a:t>
            </a:r>
            <a:r>
              <a:rPr lang="hu-HU" smtClean="0"/>
              <a:t>felszereléseket</a:t>
            </a:r>
            <a:r>
              <a:rPr lang="hu-HU" smtClean="0"/>
              <a:t>, járműveket és kellékeket lehet </a:t>
            </a:r>
            <a:r>
              <a:rPr lang="hu-HU" smtClean="0"/>
              <a:t>vásárolni.</a:t>
            </a:r>
            <a:endParaRPr lang="hu-HU" smtClean="0"/>
          </a:p>
          <a:p>
            <a:r>
              <a:rPr lang="hu-HU" b="1" smtClean="0">
                <a:solidFill>
                  <a:srgbClr val="C00000"/>
                </a:solidFill>
              </a:rPr>
              <a:t>Fegyvereket csak fegyvertartási engedéllyel lehet vásárolni és ha 18 éves </a:t>
            </a:r>
            <a:r>
              <a:rPr lang="hu-HU" b="1" smtClean="0">
                <a:solidFill>
                  <a:srgbClr val="C00000"/>
                </a:solidFill>
              </a:rPr>
              <a:t>elmúlt</a:t>
            </a:r>
            <a:r>
              <a:rPr lang="hu-HU" b="1" smtClean="0">
                <a:solidFill>
                  <a:srgbClr val="C00000"/>
                </a:solidFill>
              </a:rPr>
              <a:t>!</a:t>
            </a:r>
            <a:endParaRPr lang="hu-HU" b="1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Az</a:t>
            </a:r>
            <a:r>
              <a:rPr lang="hu-HU" smtClean="0"/>
              <a:t> oldal </a:t>
            </a:r>
            <a:r>
              <a:rPr lang="hu-HU" smtClean="0"/>
              <a:t>tuajdonságai</a:t>
            </a:r>
            <a:endParaRPr lang="hu-H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hu-H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78</Words>
  <Application>Microsoft Office PowerPoint</Application>
  <PresentationFormat>On-screen Show (4:3)</PresentationFormat>
  <Paragraphs>11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Szoftverfejlesztő- és tesztelő vizsgaremek 2026</vt:lpstr>
      <vt:lpstr>Uivárosi Katona Gábriel:</vt:lpstr>
      <vt:lpstr>Szöllősy Marcell:</vt:lpstr>
      <vt:lpstr>Fuglovics Konor</vt:lpstr>
      <vt:lpstr>Kiss-Fodor Zsombor:</vt:lpstr>
      <vt:lpstr>Slide 6</vt:lpstr>
      <vt:lpstr>Az oldal tuajdonságai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Szoftverfejlesztő- és tesztelő vizsgaremek 2026</dc:title>
  <dc:creator>Sound Crafter</dc:creator>
  <cp:lastModifiedBy>Sound Crafter</cp:lastModifiedBy>
  <cp:revision>8</cp:revision>
  <dcterms:created xsi:type="dcterms:W3CDTF">2026-03-25T10:14:55Z</dcterms:created>
  <dcterms:modified xsi:type="dcterms:W3CDTF">2026-03-27T12:23:42Z</dcterms:modified>
</cp:coreProperties>
</file>