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0A59C8-4591-4350-88E9-60F7DDC0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45092E-0278-4664-92C0-878AB9D57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7475B7-268E-4BA1-AE76-FA63A8CD4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4B3633-7E16-4193-8A7B-0D4A2D79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7862E7-7556-4D4C-9989-5E4D1524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981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39FFD7-158D-4CDF-8667-29395E82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C83545-D698-4D5D-AD1E-2A79DE939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E0790F-EDD5-48B6-AE99-7D64F0B2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39AA5E1-9E6E-44FA-B7F7-604C91EA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7238219-C06D-465D-8E63-A110A11F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807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21F59D-8BDE-4424-B899-7C3C1027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1DC96D9-7444-4D1F-B8CE-9B989316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0768AE-A036-459B-B159-08D36CD6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6A4DA32-9657-4E37-A679-52236DF0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1DB2281-2861-4D92-8CDC-3A90860D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235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0BA4FE-264C-4555-9A33-289D7EA0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3377E8-A012-47F2-B070-4A9A0D8A1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66DE5C-D9EB-47E2-8F82-6285957AA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7E58D8D-C2AD-4EC1-B867-2FD7BFF2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570A426-D62E-4C2D-9064-80989765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15ED627-676A-4575-998A-6FAB7457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278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978670-6438-49A1-A7B1-0BF082B29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1020D26-A381-45B0-8408-67D85474A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36523CE-D5FD-4770-9800-FCACE4D03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4306EEC-2E6D-4678-898F-F9675C99A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43390BC-3EB8-46D3-BD17-735D89CFB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A366F90-4C83-4AAB-B57A-AB9E165E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0270597-829F-4493-B447-A526AD04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62C0CCE-3E18-4DA8-8555-40B56647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098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BE9E8F-9AE2-47B0-9078-B9C2B110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093C1C8-8FB0-4AA3-8A72-C12136C4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278AC7A-1FC0-4A9A-BE2A-3D16FEA5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98C522-7587-4780-8CFC-322E1FEC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815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048FADD-79D3-46BF-9253-C81C75B3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8AEA2D9-9A10-4DF2-9D67-E83911E4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33DBFD8-3507-4877-9D97-4A4EAA27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40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050FFB-F074-469E-8D63-0BDDF918F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1E1DD0-E05E-4A53-BB19-8B5F6B830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76FDFDA-26D1-4903-A348-20CFC39FF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377B0E-18CC-4C81-9208-7D71A6AB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2223675-F975-4D29-8191-CFEC05F9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03A2BD-315E-4CCF-9C23-A0B0B1E7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318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44B340-3677-4CC8-B386-91F6F7B1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EE51E64-B00B-4A34-8703-4ED913422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E1F760A-01A1-49ED-949F-9E3676FB9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2E63494-940E-4724-828C-447A1C39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37CB21F-852D-471F-BBE0-6B7F3768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6782700-44A2-47A7-BEE2-F3BA3E6C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569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E26ABD-DC32-4455-9498-F74A4D9D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3D4466F-9CB9-439F-AD36-EE63F46DC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5930A6-324E-43E6-AF27-A25DFE1D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B7D97FE-A93B-4B3C-9497-831060CD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92840E-E799-47EE-8E64-DF38B2D8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8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8C8635F-A83A-4715-AB8E-D1D6A45FF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6920C8D-864F-49D6-94B7-4B54253D2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ED2225-29EC-4DB4-AE6A-FD65B472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D2B1F26-E660-45DE-B5F6-04A740D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5DFA8EC-1324-4477-8F1E-1DEAAA15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026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17833F0-C602-4AD1-B286-3C8410AD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A6A278B-6197-4D38-A99E-EBF25DF8B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09C14E-60B1-4FA0-985F-A46F06BC3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2215D-C2B0-4B36-B07F-DA89C3E6AF92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3E6D7B-D39C-4100-B8AE-4016CE1B0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2B10BB-626C-4819-A8B9-26061A4D6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A90A2-589F-43E5-B666-0849D277D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875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851F30-71A9-4F27-806D-299582BEBE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Megfogom erőszakolni a leventét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F634E48-D610-410A-A1C7-E3FE32AF3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(Real)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C06E6D4-3520-4C3A-8E66-567622F3B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2" y="38100"/>
            <a:ext cx="2914650" cy="15621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3BBF8ED-CCD8-4817-8278-E30A3DC8F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86" y="3451394"/>
            <a:ext cx="3119102" cy="3119102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E7291B1-7F64-40A7-AFFF-AE43A5B821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25" y="38100"/>
            <a:ext cx="3216889" cy="1801458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FDBF58EC-6C6C-411E-B56B-7D77E18F2E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20189">
            <a:off x="5926620" y="580753"/>
            <a:ext cx="3628776" cy="5419227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48FEE5C0-B085-4ED7-B2B5-72FD0C7E55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922" y="1941284"/>
            <a:ext cx="3020219" cy="302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1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50"/>
                            </p:stCondLst>
                            <p:childTnLst>
                              <p:par>
                                <p:cTn id="20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50"/>
                            </p:stCondLst>
                            <p:childTnLst>
                              <p:par>
                                <p:cTn id="23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50"/>
                            </p:stCondLst>
                            <p:childTnLst>
                              <p:par>
                                <p:cTn id="2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50"/>
                            </p:stCondLst>
                            <p:childTnLst>
                              <p:par>
                                <p:cTn id="33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50"/>
                            </p:stCondLst>
                            <p:childTnLst>
                              <p:par>
                                <p:cTn id="4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550"/>
                            </p:stCondLst>
                            <p:childTnLst>
                              <p:par>
                                <p:cTn id="6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550"/>
                            </p:stCondLst>
                            <p:childTnLst>
                              <p:par>
                                <p:cTn id="67" presetID="1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.062 L 0.108 0.062 L 0.072 0.125 L 0.108 0.187 L 0.036 0.187 L 0 0.25 L -0.036 0.187 L -0.108 0.187 L -0.072 0.125 L -0.108 0.062 L -0.036 0.062 L 0 0 Z" pathEditMode="relative" ptsTypes="">
                                      <p:cBhvr>
                                        <p:cTn id="6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550"/>
                            </p:stCondLst>
                            <p:childTnLst>
                              <p:par>
                                <p:cTn id="70" presetID="37" presetClass="path" presetSubtype="0" accel="71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7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550"/>
                            </p:stCondLst>
                            <p:childTnLst>
                              <p:par>
                                <p:cTn id="73" presetID="10" presetClass="pat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 -0.073 L 0.177 -0.073 L 0.25 0 L 0.25 0.104 L 0.177 0.177 L 0.073 0.177 L 0 0.104 L 0 0 Z" pathEditMode="relative" ptsTypes="">
                                      <p:cBhvr>
                                        <p:cTn id="7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55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</Words>
  <Application>Microsoft Office PowerPoint</Application>
  <PresentationFormat>Szélesvásznú</PresentationFormat>
  <Paragraphs>2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Megfogom erőszakolni a leventét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Megfogom erőszakolni a leventét</dc:title>
  <dc:creator>Diak</dc:creator>
  <cp:lastModifiedBy>Diak</cp:lastModifiedBy>
  <cp:revision>5</cp:revision>
  <dcterms:created xsi:type="dcterms:W3CDTF">2026-01-21T09:02:37Z</dcterms:created>
  <dcterms:modified xsi:type="dcterms:W3CDTF">2026-01-21T09:27:06Z</dcterms:modified>
</cp:coreProperties>
</file>